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&amp; Data Science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Student Support &amp; Internship Management AI Assistant</a:t>
            </a:r>
          </a:p>
          <a:p>
            <a:pPr>
              <a:spcAft>
                <a:spcPts val="1200"/>
              </a:spcAft>
              <a:defRPr sz="1900"/>
            </a:pPr>
            <a:r>
              <a:t>AI-based Intent Recognition Chatbot</a:t>
            </a:r>
          </a:p>
          <a:p>
            <a:pPr>
              <a:spcAft>
                <a:spcPts val="1200"/>
              </a:spcAft>
              <a:defRPr sz="1900"/>
            </a:pPr>
            <a:r>
              <a:t>7-Day Project / Internship Task</a:t>
            </a:r>
          </a:p>
          <a:p>
            <a:pPr>
              <a:spcAft>
                <a:spcPts val="1200"/>
              </a:spcAft>
              <a:defRPr sz="1900"/>
            </a:pPr>
            <a:r>
              <a:t>Prepared by: Gopal Krushna Mohapatro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 &amp; Data Science Project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An AI-powered assistant designed to understand student queries.</a:t>
            </a:r>
          </a:p>
          <a:p>
            <a:pPr>
              <a:spcAft>
                <a:spcPts val="1200"/>
              </a:spcAft>
              <a:defRPr sz="1900"/>
            </a:pPr>
            <a:r>
              <a:t>The system identifies the user's intent using Natural Language Processing (NLP).</a:t>
            </a:r>
          </a:p>
          <a:p>
            <a:pPr>
              <a:spcAft>
                <a:spcPts val="1200"/>
              </a:spcAft>
              <a:defRPr sz="1900"/>
            </a:pPr>
            <a:r>
              <a:t>It can support academic, internship, career, registration and general student queries.</a:t>
            </a:r>
          </a:p>
          <a:p>
            <a:pPr>
              <a:spcAft>
                <a:spcPts val="1200"/>
              </a:spcAft>
              <a:defRPr sz="1900"/>
            </a:pPr>
            <a:r>
              <a:t>The goal is to provide quick and organized responses to students.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 &amp; Data Science Project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Students often need information about academics, internships and career opportunities.</a:t>
            </a:r>
          </a:p>
          <a:p>
            <a:pPr>
              <a:spcAft>
                <a:spcPts val="1200"/>
              </a:spcAft>
              <a:defRPr sz="1900"/>
            </a:pPr>
            <a:r>
              <a:t>Information may be scattered across different sources.</a:t>
            </a:r>
          </a:p>
          <a:p>
            <a:pPr>
              <a:spcAft>
                <a:spcPts val="1200"/>
              </a:spcAft>
              <a:defRPr sz="1900"/>
            </a:pPr>
            <a:r>
              <a:t>A conversational AI assistant can classify queries automatically.</a:t>
            </a:r>
          </a:p>
          <a:p>
            <a:pPr>
              <a:spcAft>
                <a:spcPts val="1200"/>
              </a:spcAft>
              <a:defRPr sz="1900"/>
            </a:pPr>
            <a:r>
              <a:t>Intent recognition helps the system select an appropriate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 &amp; Data Science Project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Build an NLP-based intent recognition system.</a:t>
            </a:r>
          </a:p>
          <a:p>
            <a:pPr>
              <a:spcAft>
                <a:spcPts val="1200"/>
              </a:spcAft>
              <a:defRPr sz="1900"/>
            </a:pPr>
            <a:r>
              <a:t>Create a dataset of student-support queries.</a:t>
            </a:r>
          </a:p>
          <a:p>
            <a:pPr>
              <a:spcAft>
                <a:spcPts val="1200"/>
              </a:spcAft>
              <a:defRPr sz="1900"/>
            </a:pPr>
            <a:r>
              <a:t>Train and evaluate a machine-learning model.</a:t>
            </a:r>
          </a:p>
          <a:p>
            <a:pPr>
              <a:spcAft>
                <a:spcPts val="1200"/>
              </a:spcAft>
              <a:defRPr sz="1900"/>
            </a:pPr>
            <a:r>
              <a:t>Develop a simple chatbot/API interface.</a:t>
            </a:r>
          </a:p>
          <a:p>
            <a:pPr>
              <a:spcAft>
                <a:spcPts val="1200"/>
              </a:spcAft>
              <a:defRPr sz="1900"/>
            </a:pPr>
            <a:r>
              <a:t>Test the system with different student queries.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 &amp; Data Science Project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Python – core programming language</a:t>
            </a:r>
          </a:p>
          <a:p>
            <a:pPr>
              <a:spcAft>
                <a:spcPts val="1200"/>
              </a:spcAft>
              <a:defRPr sz="1900"/>
            </a:pPr>
            <a:r>
              <a:t>NLP – text preprocessing and language understanding</a:t>
            </a:r>
          </a:p>
          <a:p>
            <a:pPr>
              <a:spcAft>
                <a:spcPts val="1200"/>
              </a:spcAft>
              <a:defRPr sz="1900"/>
            </a:pPr>
            <a:r>
              <a:t>Scikit-learn – machine-learning model</a:t>
            </a:r>
          </a:p>
          <a:p>
            <a:pPr>
              <a:spcAft>
                <a:spcPts val="1200"/>
              </a:spcAft>
              <a:defRPr sz="1900"/>
            </a:pPr>
            <a:r>
              <a:t>NLTK / spaCy – NLP processing</a:t>
            </a:r>
          </a:p>
          <a:p>
            <a:pPr>
              <a:spcAft>
                <a:spcPts val="1200"/>
              </a:spcAft>
              <a:defRPr sz="1900"/>
            </a:pPr>
            <a:r>
              <a:t>Flask / FastAPI – backend API</a:t>
            </a:r>
          </a:p>
          <a:p>
            <a:pPr>
              <a:spcAft>
                <a:spcPts val="1200"/>
              </a:spcAft>
              <a:defRPr sz="1900"/>
            </a:pPr>
            <a:r>
              <a:t>HTML, CSS and JavaScript – optional chatbot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 &amp; Data Science Project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User enters a question</a:t>
            </a:r>
          </a:p>
          <a:p>
            <a:pPr algn="l">
              <a:spcAft>
                <a:spcPts val="1200"/>
              </a:spcAft>
              <a:defRPr sz="1700"/>
            </a:pPr>
            <a:r>
              <a:t>↓</a:t>
            </a:r>
          </a:p>
          <a:p>
            <a:pPr>
              <a:spcAft>
                <a:spcPts val="1200"/>
              </a:spcAft>
              <a:defRPr sz="1700"/>
            </a:pPr>
            <a:r>
              <a:t>Text preprocessing</a:t>
            </a:r>
          </a:p>
          <a:p>
            <a:pPr algn="l">
              <a:spcAft>
                <a:spcPts val="1200"/>
              </a:spcAft>
              <a:defRPr sz="1700"/>
            </a:pPr>
            <a:r>
              <a:t>↓</a:t>
            </a:r>
          </a:p>
          <a:p>
            <a:pPr>
              <a:spcAft>
                <a:spcPts val="1200"/>
              </a:spcAft>
              <a:defRPr sz="1700"/>
            </a:pPr>
            <a:r>
              <a:t>Feature extraction / vectorization</a:t>
            </a:r>
          </a:p>
          <a:p>
            <a:pPr algn="l">
              <a:spcAft>
                <a:spcPts val="1200"/>
              </a:spcAft>
              <a:defRPr sz="1700"/>
            </a:pPr>
            <a:r>
              <a:t>↓</a:t>
            </a:r>
          </a:p>
          <a:p>
            <a:pPr>
              <a:spcAft>
                <a:spcPts val="1200"/>
              </a:spcAft>
              <a:defRPr sz="1700"/>
            </a:pPr>
            <a:r>
              <a:t>Intent classification model</a:t>
            </a:r>
          </a:p>
          <a:p>
            <a:pPr algn="l">
              <a:spcAft>
                <a:spcPts val="1200"/>
              </a:spcAft>
              <a:defRPr sz="1700"/>
            </a:pPr>
            <a:r>
              <a:t>↓</a:t>
            </a:r>
          </a:p>
          <a:p>
            <a:pPr>
              <a:spcAft>
                <a:spcPts val="1200"/>
              </a:spcAft>
              <a:defRPr sz="1700"/>
            </a:pPr>
            <a:r>
              <a:t>Predicted intent</a:t>
            </a:r>
          </a:p>
          <a:p>
            <a:pPr algn="l">
              <a:spcAft>
                <a:spcPts val="1200"/>
              </a:spcAft>
              <a:defRPr sz="1700"/>
            </a:pPr>
            <a:r>
              <a:t>↓</a:t>
            </a:r>
          </a:p>
          <a:p>
            <a:pPr>
              <a:spcAft>
                <a:spcPts val="1200"/>
              </a:spcAft>
              <a:defRPr sz="1700"/>
            </a:pPr>
            <a:r>
              <a:t>Appropriate response to the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 &amp; Data Science Project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Intent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Academic information – subjects, exams, syllabus</a:t>
            </a:r>
          </a:p>
          <a:p>
            <a:pPr>
              <a:spcAft>
                <a:spcPts val="1200"/>
              </a:spcAft>
              <a:defRPr sz="1900"/>
            </a:pPr>
            <a:r>
              <a:t>Internship – internship opportunities and requirements</a:t>
            </a:r>
          </a:p>
          <a:p>
            <a:pPr>
              <a:spcAft>
                <a:spcPts val="1200"/>
              </a:spcAft>
              <a:defRPr sz="1900"/>
            </a:pPr>
            <a:r>
              <a:t>Career / Placement – jobs, skills and placement support</a:t>
            </a:r>
          </a:p>
          <a:p>
            <a:pPr>
              <a:spcAft>
                <a:spcPts val="1200"/>
              </a:spcAft>
              <a:defRPr sz="1900"/>
            </a:pPr>
            <a:r>
              <a:t>Registration – application and registration queries</a:t>
            </a:r>
          </a:p>
          <a:p>
            <a:pPr>
              <a:spcAft>
                <a:spcPts val="1200"/>
              </a:spcAft>
              <a:defRPr sz="1900"/>
            </a:pPr>
            <a:r>
              <a:t>Scholarship / Finance – financial-aid related information</a:t>
            </a:r>
          </a:p>
          <a:p>
            <a:pPr>
              <a:spcAft>
                <a:spcPts val="1200"/>
              </a:spcAft>
              <a:defRPr sz="1900"/>
            </a:pPr>
            <a:r>
              <a:t>General Support – common student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 &amp; Data Science Project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NLP &amp; Machine Learning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Collect and label example queries.</a:t>
            </a:r>
          </a:p>
          <a:p>
            <a:pPr>
              <a:spcAft>
                <a:spcPts val="1200"/>
              </a:spcAft>
              <a:defRPr sz="1900"/>
            </a:pPr>
            <a:r>
              <a:t>Clean and preprocess text.</a:t>
            </a:r>
          </a:p>
          <a:p>
            <a:pPr>
              <a:spcAft>
                <a:spcPts val="1200"/>
              </a:spcAft>
              <a:defRPr sz="1900"/>
            </a:pPr>
            <a:r>
              <a:t>Convert text into numerical features using TF-IDF.</a:t>
            </a:r>
          </a:p>
          <a:p>
            <a:pPr>
              <a:spcAft>
                <a:spcPts val="1200"/>
              </a:spcAft>
              <a:defRPr sz="1900"/>
            </a:pPr>
            <a:r>
              <a:t>Train an intent classification model.</a:t>
            </a:r>
          </a:p>
          <a:p>
            <a:pPr>
              <a:spcAft>
                <a:spcPts val="1200"/>
              </a:spcAft>
              <a:defRPr sz="1900"/>
            </a:pPr>
            <a:r>
              <a:t>Evaluate predictions on test data.</a:t>
            </a:r>
          </a:p>
          <a:p>
            <a:pPr>
              <a:spcAft>
                <a:spcPts val="1200"/>
              </a:spcAft>
              <a:defRPr sz="1900"/>
            </a:pPr>
            <a:r>
              <a:t>Connect the model with a chatbot/API.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 &amp; Data Science Project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Sample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Student: "How can I apply for an internship?"</a:t>
            </a:r>
          </a:p>
          <a:p>
            <a:pPr>
              <a:spcAft>
                <a:spcPts val="1200"/>
              </a:spcAft>
              <a:defRPr sz="1900"/>
            </a:pPr>
            <a:r>
              <a:t>Predicted Intent: Internship</a:t>
            </a:r>
          </a:p>
          <a:p>
            <a:pPr>
              <a:spcAft>
                <a:spcPts val="1200"/>
              </a:spcAft>
              <a:defRPr sz="1900"/>
            </a:pPr>
            <a:r>
              <a:t>Bot: "I can help you with internship requirements and application information."</a:t>
            </a:r>
          </a:p>
          <a:p>
            <a:pPr>
              <a:spcAft>
                <a:spcPts val="1200"/>
              </a:spcAft>
              <a:defRPr sz="1900"/>
            </a:pPr>
          </a:p>
          <a:p>
            <a:pPr>
              <a:spcAft>
                <a:spcPts val="1200"/>
              </a:spcAft>
              <a:defRPr sz="1900"/>
            </a:pPr>
            <a:r>
              <a:t>Student: "When are my exams?"</a:t>
            </a:r>
          </a:p>
          <a:p>
            <a:pPr>
              <a:spcAft>
                <a:spcPts val="1200"/>
              </a:spcAft>
              <a:defRPr sz="1900"/>
            </a:pPr>
            <a:r>
              <a:t>Predicted Intent: Academic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 &amp; Data Science Project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7-Day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Day 1 – Research, requirements and project planning</a:t>
            </a:r>
          </a:p>
          <a:p>
            <a:pPr>
              <a:spcAft>
                <a:spcPts val="1200"/>
              </a:spcAft>
              <a:defRPr sz="1900"/>
            </a:pPr>
            <a:r>
              <a:t>Day 2 – Dataset preparation and NLP preprocessing</a:t>
            </a:r>
          </a:p>
          <a:p>
            <a:pPr>
              <a:spcAft>
                <a:spcPts val="1200"/>
              </a:spcAft>
              <a:defRPr sz="1900"/>
            </a:pPr>
            <a:r>
              <a:t>Day 3 – Model training and intent classification</a:t>
            </a:r>
          </a:p>
          <a:p>
            <a:pPr>
              <a:spcAft>
                <a:spcPts val="1200"/>
              </a:spcAft>
              <a:defRPr sz="1900"/>
            </a:pPr>
            <a:r>
              <a:t>Day 4 – Backend/API development</a:t>
            </a:r>
          </a:p>
          <a:p>
            <a:pPr>
              <a:spcAft>
                <a:spcPts val="1200"/>
              </a:spcAft>
              <a:defRPr sz="1900"/>
            </a:pPr>
            <a:r>
              <a:t>Day 5 – Chatbot interface and integration</a:t>
            </a:r>
          </a:p>
          <a:p>
            <a:pPr>
              <a:spcAft>
                <a:spcPts val="1200"/>
              </a:spcAft>
              <a:defRPr sz="1900"/>
            </a:pPr>
            <a:r>
              <a:t>Day 6 – Testing and improvement</a:t>
            </a:r>
          </a:p>
          <a:p>
            <a:pPr>
              <a:spcAft>
                <a:spcPts val="1200"/>
              </a:spcAft>
              <a:defRPr sz="1900"/>
            </a:pPr>
            <a:r>
              <a:t>Day 7 – Documentation, PPT and final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 &amp; Data Science Project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 working student-support chatbot prototype.</a:t>
            </a:r>
          </a:p>
          <a:p>
            <a:pPr>
              <a:spcAft>
                <a:spcPts val="1200"/>
              </a:spcAft>
              <a:defRPr sz="1900"/>
            </a:pPr>
            <a:r>
              <a:t>Automatic classification of student queries.</a:t>
            </a:r>
          </a:p>
          <a:p>
            <a:pPr>
              <a:spcAft>
                <a:spcPts val="1200"/>
              </a:spcAft>
              <a:defRPr sz="1900"/>
            </a:pPr>
            <a:r>
              <a:t>Faster access to relevant information.</a:t>
            </a:r>
          </a:p>
          <a:p>
            <a:pPr>
              <a:spcAft>
                <a:spcPts val="1200"/>
              </a:spcAft>
              <a:defRPr sz="1900"/>
            </a:pPr>
            <a:r>
              <a:t>Reusable architecture for future student-support systems.</a:t>
            </a:r>
          </a:p>
          <a:p>
            <a:pPr>
              <a:spcAft>
                <a:spcPts val="1200"/>
              </a:spcAft>
              <a:defRPr sz="1900"/>
            </a:pPr>
            <a:r>
              <a:t>Project demonstrates practical use of AI, NLP and machine learning.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 &amp; Data Science Project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The project combines AI, NLP and machine learning to build a student-support assistant.</a:t>
            </a:r>
          </a:p>
          <a:p>
            <a:pPr>
              <a:spcAft>
                <a:spcPts val="1200"/>
              </a:spcAft>
              <a:defRPr sz="1900"/>
            </a:pPr>
            <a:r>
              <a:t>Intent recognition is used to understand the purpose of a student's message.</a:t>
            </a:r>
          </a:p>
          <a:p>
            <a:pPr>
              <a:spcAft>
                <a:spcPts val="1200"/>
              </a:spcAft>
              <a:defRPr sz="1900"/>
            </a:pPr>
            <a:r>
              <a:t>The system can be extended with a database, authentication and real institutional data.</a:t>
            </a:r>
          </a:p>
          <a:p>
            <a:pPr>
              <a:spcAft>
                <a:spcPts val="1200"/>
              </a:spcAft>
              <a:defRPr sz="1900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 &amp; Data Science Project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